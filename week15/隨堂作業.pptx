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8288000" cy="10287000"/>
  <p:notesSz cx="6858000" cy="9144000"/>
  <p:embeddedFontLst>
    <p:embeddedFont>
      <p:font typeface="Noto Sans T Chinese Bold" panose="02020500000000000000" charset="-12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609" y="5380284"/>
            <a:ext cx="4739100" cy="2352317"/>
          </a:xfrm>
          <a:custGeom>
            <a:avLst/>
            <a:gdLst/>
            <a:ahLst/>
            <a:cxnLst/>
            <a:rect l="l" t="t" r="r" b="b"/>
            <a:pathLst>
              <a:path w="4739100" h="2352317">
                <a:moveTo>
                  <a:pt x="0" y="0"/>
                </a:moveTo>
                <a:lnTo>
                  <a:pt x="4739100" y="0"/>
                </a:lnTo>
                <a:lnTo>
                  <a:pt x="4739100" y="2352317"/>
                </a:lnTo>
                <a:lnTo>
                  <a:pt x="0" y="2352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919598" y="5393267"/>
            <a:ext cx="3796709" cy="2278026"/>
          </a:xfrm>
          <a:custGeom>
            <a:avLst/>
            <a:gdLst/>
            <a:ahLst/>
            <a:cxnLst/>
            <a:rect l="l" t="t" r="r" b="b"/>
            <a:pathLst>
              <a:path w="3796709" h="2278026">
                <a:moveTo>
                  <a:pt x="0" y="0"/>
                </a:moveTo>
                <a:lnTo>
                  <a:pt x="3796710" y="0"/>
                </a:lnTo>
                <a:lnTo>
                  <a:pt x="3796710" y="2278025"/>
                </a:lnTo>
                <a:lnTo>
                  <a:pt x="0" y="2278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551818" y="2974984"/>
            <a:ext cx="2029402" cy="2168516"/>
          </a:xfrm>
          <a:custGeom>
            <a:avLst/>
            <a:gdLst/>
            <a:ahLst/>
            <a:cxnLst/>
            <a:rect l="l" t="t" r="r" b="b"/>
            <a:pathLst>
              <a:path w="2029402" h="2168516">
                <a:moveTo>
                  <a:pt x="2023307" y="0"/>
                </a:moveTo>
                <a:quadBezTo>
                  <a:pt x="2140623" y="989686"/>
                  <a:pt x="0" y="2168516"/>
                </a:quadBezTo>
              </a:path>
            </a:pathLst>
          </a:custGeom>
          <a:ln w="2857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" name="Freeform 5"/>
          <p:cNvSpPr/>
          <p:nvPr/>
        </p:nvSpPr>
        <p:spPr>
          <a:xfrm>
            <a:off x="9300719" y="2631943"/>
            <a:ext cx="379885" cy="2382598"/>
          </a:xfrm>
          <a:custGeom>
            <a:avLst/>
            <a:gdLst/>
            <a:ahLst/>
            <a:cxnLst/>
            <a:rect l="l" t="t" r="r" b="b"/>
            <a:pathLst>
              <a:path w="379885" h="2382598">
                <a:moveTo>
                  <a:pt x="379886" y="0"/>
                </a:moveTo>
                <a:quadBezTo>
                  <a:pt x="-223797" y="1141364"/>
                  <a:pt x="131842" y="2382598"/>
                </a:quadBezTo>
              </a:path>
            </a:pathLst>
          </a:custGeom>
          <a:ln w="2857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" name="Freeform 6"/>
          <p:cNvSpPr/>
          <p:nvPr/>
        </p:nvSpPr>
        <p:spPr>
          <a:xfrm>
            <a:off x="12023228" y="2465024"/>
            <a:ext cx="2077535" cy="2694016"/>
          </a:xfrm>
          <a:custGeom>
            <a:avLst/>
            <a:gdLst/>
            <a:ahLst/>
            <a:cxnLst/>
            <a:rect l="l" t="t" r="r" b="b"/>
            <a:pathLst>
              <a:path w="2077535" h="2694016">
                <a:moveTo>
                  <a:pt x="0" y="0"/>
                </a:moveTo>
                <a:quadBezTo>
                  <a:pt x="656880" y="1641507"/>
                  <a:pt x="2077535" y="2694016"/>
                </a:quadBezTo>
              </a:path>
            </a:pathLst>
          </a:custGeom>
          <a:ln w="2857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Freeform 7"/>
          <p:cNvSpPr/>
          <p:nvPr/>
        </p:nvSpPr>
        <p:spPr>
          <a:xfrm>
            <a:off x="13883932" y="5393267"/>
            <a:ext cx="3068441" cy="2008434"/>
          </a:xfrm>
          <a:custGeom>
            <a:avLst/>
            <a:gdLst/>
            <a:ahLst/>
            <a:cxnLst/>
            <a:rect l="l" t="t" r="r" b="b"/>
            <a:pathLst>
              <a:path w="3068441" h="2008434">
                <a:moveTo>
                  <a:pt x="0" y="0"/>
                </a:moveTo>
                <a:lnTo>
                  <a:pt x="3068441" y="0"/>
                </a:lnTo>
                <a:lnTo>
                  <a:pt x="3068441" y="2008434"/>
                </a:lnTo>
                <a:lnTo>
                  <a:pt x="0" y="200843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682718" y="7923988"/>
            <a:ext cx="1470868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 氣象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18959" y="7923988"/>
            <a:ext cx="330190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海底地形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62209" y="7923988"/>
            <a:ext cx="330190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船舶動態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08704" y="1340085"/>
            <a:ext cx="10974095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海洋觀測資料地理資訊視覺化平台</a:t>
            </a:r>
            <a:endParaRPr lang="en-US" sz="5199" b="1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3" b="-173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26731" y="4344146"/>
            <a:ext cx="5048084" cy="2902648"/>
          </a:xfrm>
          <a:custGeom>
            <a:avLst/>
            <a:gdLst/>
            <a:ahLst/>
            <a:cxnLst/>
            <a:rect l="l" t="t" r="r" b="b"/>
            <a:pathLst>
              <a:path w="5048084" h="2902648">
                <a:moveTo>
                  <a:pt x="0" y="0"/>
                </a:moveTo>
                <a:lnTo>
                  <a:pt x="5048084" y="0"/>
                </a:lnTo>
                <a:lnTo>
                  <a:pt x="5048084" y="2902648"/>
                </a:lnTo>
                <a:lnTo>
                  <a:pt x="0" y="2902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39779" y="7374908"/>
            <a:ext cx="4314345" cy="1582709"/>
          </a:xfrm>
          <a:custGeom>
            <a:avLst/>
            <a:gdLst/>
            <a:ahLst/>
            <a:cxnLst/>
            <a:rect l="l" t="t" r="r" b="b"/>
            <a:pathLst>
              <a:path w="4314345" h="1582709">
                <a:moveTo>
                  <a:pt x="0" y="0"/>
                </a:moveTo>
                <a:lnTo>
                  <a:pt x="4314345" y="0"/>
                </a:lnTo>
                <a:lnTo>
                  <a:pt x="4314345" y="1582709"/>
                </a:lnTo>
                <a:lnTo>
                  <a:pt x="0" y="15827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88" t="-18233" r="-7869" b="-17160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023049" y="1545884"/>
            <a:ext cx="2798262" cy="2798262"/>
          </a:xfrm>
          <a:custGeom>
            <a:avLst/>
            <a:gdLst/>
            <a:ahLst/>
            <a:cxnLst/>
            <a:rect l="l" t="t" r="r" b="b"/>
            <a:pathLst>
              <a:path w="2798262" h="2798262">
                <a:moveTo>
                  <a:pt x="0" y="0"/>
                </a:moveTo>
                <a:lnTo>
                  <a:pt x="2798262" y="0"/>
                </a:lnTo>
                <a:lnTo>
                  <a:pt x="2798262" y="2798262"/>
                </a:lnTo>
                <a:lnTo>
                  <a:pt x="0" y="2798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754124" y="3735822"/>
            <a:ext cx="2536905" cy="2220343"/>
          </a:xfrm>
          <a:custGeom>
            <a:avLst/>
            <a:gdLst/>
            <a:ahLst/>
            <a:cxnLst/>
            <a:rect l="l" t="t" r="r" b="b"/>
            <a:pathLst>
              <a:path w="2536905" h="2220343">
                <a:moveTo>
                  <a:pt x="0" y="0"/>
                </a:moveTo>
                <a:lnTo>
                  <a:pt x="2536905" y="0"/>
                </a:lnTo>
                <a:lnTo>
                  <a:pt x="2536905" y="2220343"/>
                </a:lnTo>
                <a:lnTo>
                  <a:pt x="0" y="22203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874" r="-2887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5251349" y="2923368"/>
            <a:ext cx="2662068" cy="904018"/>
          </a:xfrm>
          <a:custGeom>
            <a:avLst/>
            <a:gdLst/>
            <a:ahLst/>
            <a:cxnLst/>
            <a:rect l="l" t="t" r="r" b="b"/>
            <a:pathLst>
              <a:path w="2662068" h="904018">
                <a:moveTo>
                  <a:pt x="0" y="904018"/>
                </a:moveTo>
                <a:quadBezTo>
                  <a:pt x="831108" y="-618055"/>
                  <a:pt x="2662068" y="422549"/>
                </a:quadBezTo>
              </a:path>
            </a:pathLst>
          </a:custGeom>
          <a:ln w="2857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" name="Freeform 7"/>
          <p:cNvSpPr/>
          <p:nvPr/>
        </p:nvSpPr>
        <p:spPr>
          <a:xfrm>
            <a:off x="6764691" y="5143500"/>
            <a:ext cx="4700371" cy="684955"/>
          </a:xfrm>
          <a:custGeom>
            <a:avLst/>
            <a:gdLst/>
            <a:ahLst/>
            <a:cxnLst/>
            <a:rect l="l" t="t" r="r" b="b"/>
            <a:pathLst>
              <a:path w="4700371" h="684955">
                <a:moveTo>
                  <a:pt x="0" y="684955"/>
                </a:moveTo>
                <a:quadBezTo>
                  <a:pt x="2350185" y="342478"/>
                  <a:pt x="4700371" y="0"/>
                </a:quadBezTo>
              </a:path>
            </a:pathLst>
          </a:custGeom>
          <a:ln w="2857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" name="Freeform 8"/>
          <p:cNvSpPr/>
          <p:nvPr/>
        </p:nvSpPr>
        <p:spPr>
          <a:xfrm>
            <a:off x="5014813" y="7990531"/>
            <a:ext cx="2898603" cy="749731"/>
          </a:xfrm>
          <a:custGeom>
            <a:avLst/>
            <a:gdLst/>
            <a:ahLst/>
            <a:cxnLst/>
            <a:rect l="l" t="t" r="r" b="b"/>
            <a:pathLst>
              <a:path w="2898603" h="749731">
                <a:moveTo>
                  <a:pt x="0" y="0"/>
                </a:moveTo>
                <a:quadBezTo>
                  <a:pt x="502599" y="1299500"/>
                  <a:pt x="2898604" y="346592"/>
                </a:quadBezTo>
              </a:path>
            </a:pathLst>
          </a:custGeom>
          <a:ln w="2857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TextBox 9"/>
          <p:cNvSpPr txBox="1"/>
          <p:nvPr/>
        </p:nvSpPr>
        <p:spPr>
          <a:xfrm>
            <a:off x="3697572" y="537527"/>
            <a:ext cx="10856628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000000"/>
                </a:solidFill>
                <a:latin typeface="Noto Sans T Chinese Bold"/>
                <a:ea typeface="Noto Sans T Chinese Bold"/>
                <a:cs typeface="Noto Sans T Chinese Bold"/>
                <a:sym typeface="Noto Sans T Chinese Bold"/>
              </a:rPr>
              <a:t>海洋觀測資料地理資訊視覺化系統</a:t>
            </a:r>
            <a:endParaRPr lang="en-US" sz="5199" b="1" dirty="0">
              <a:solidFill>
                <a:srgbClr val="000000"/>
              </a:solidFill>
              <a:latin typeface="Noto Sans T Chinese Bold"/>
              <a:ea typeface="Noto Sans T Chinese Bold"/>
              <a:cs typeface="Noto Sans T Chinese Bold"/>
              <a:sym typeface="Noto Sans T Chinese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860"/>
            <a:ext cx="18288000" cy="10332720"/>
          </a:xfrm>
          <a:custGeom>
            <a:avLst/>
            <a:gdLst/>
            <a:ahLst/>
            <a:cxnLst/>
            <a:rect l="l" t="t" r="r" b="b"/>
            <a:pathLst>
              <a:path w="18288000" h="1033272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自訂</PresentationFormat>
  <Paragraphs>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Calibri</vt:lpstr>
      <vt:lpstr>Noto Sans T Chinese Bold</vt:lpstr>
      <vt:lpstr>Arial</vt:lpstr>
      <vt:lpstr>Office Theme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新增副標題</dc:title>
  <dc:creator>Teacher</dc:creator>
  <cp:lastModifiedBy>Teacher</cp:lastModifiedBy>
  <cp:revision>2</cp:revision>
  <dcterms:created xsi:type="dcterms:W3CDTF">2006-08-16T00:00:00Z</dcterms:created>
  <dcterms:modified xsi:type="dcterms:W3CDTF">2026-06-02T07:53:15Z</dcterms:modified>
  <dc:identifier>DAHLZyvI7Fk</dc:identifier>
</cp:coreProperties>
</file>